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6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Netflix User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50914"/>
                </a:solidFill>
              </a:defRPr>
            </a:pPr>
            <a:r>
              <a:t>Никита Золин |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"/>
          </a:xfrm>
          <a:prstGeom prst="rect">
            <a:avLst/>
          </a:prstGeom>
          <a:solidFill>
            <a:srgbClr val="E509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Анализ </a:t>
            </a:r>
            <a:r>
              <a:rPr dirty="0" err="1"/>
              <a:t>поведения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динамики</a:t>
            </a:r>
            <a:r>
              <a:rPr dirty="0"/>
              <a:t> </a:t>
            </a:r>
            <a:r>
              <a:rPr dirty="0" err="1"/>
              <a:t>выручки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346C9-CBF7-A9B4-219D-176127A9886A}"/>
              </a:ext>
            </a:extLst>
          </p:cNvPr>
          <p:cNvSpPr txBox="1"/>
          <p:nvPr/>
        </p:nvSpPr>
        <p:spPr>
          <a:xfrm>
            <a:off x="914400" y="4108119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~2500 пользователей | 2021–2023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F75147-3CB4-11D0-5C10-73EC3A511D65}"/>
              </a:ext>
            </a:extLst>
          </p:cNvPr>
          <p:cNvSpPr txBox="1">
            <a:spLocks/>
          </p:cNvSpPr>
          <p:nvPr/>
        </p:nvSpPr>
        <p:spPr>
          <a:xfrm>
            <a:off x="411480" y="242316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Данные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48CA12E-4F0B-0BF5-B882-CD627F4A4F8B}"/>
              </a:ext>
            </a:extLst>
          </p:cNvPr>
          <p:cNvSpPr/>
          <p:nvPr/>
        </p:nvSpPr>
        <p:spPr>
          <a:xfrm>
            <a:off x="457200" y="3474721"/>
            <a:ext cx="8229600" cy="91440"/>
          </a:xfrm>
          <a:prstGeom prst="rect">
            <a:avLst/>
          </a:prstGeom>
          <a:solidFill>
            <a:srgbClr val="E509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Возраст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95195" y="5712460"/>
            <a:ext cx="739196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lang="ru-RU" dirty="0" err="1"/>
              <a:t>озраст</a:t>
            </a:r>
            <a:r>
              <a:rPr lang="ru-RU" dirty="0"/>
              <a:t> пользователей распределен относительно равномерно </a:t>
            </a:r>
          </a:p>
          <a:p>
            <a:r>
              <a:rPr lang="ru-RU" dirty="0"/>
              <a:t>в диапазоне 25–50 лет, без выраженных перекосов в сторону отдельных </a:t>
            </a:r>
          </a:p>
          <a:p>
            <a:r>
              <a:rPr lang="ru-RU" dirty="0"/>
              <a:t>возрастных групп. 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63320F-7E44-B976-BE4D-392BB567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681" y="1145540"/>
            <a:ext cx="5041900" cy="397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4882" y="6034722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Равномерное</a:t>
            </a:r>
            <a:r>
              <a:rPr dirty="0"/>
              <a:t> </a:t>
            </a:r>
            <a:r>
              <a:rPr dirty="0" err="1"/>
              <a:t>распределение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1F6387-8355-0766-F29B-D69A34D7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9" y="1188720"/>
            <a:ext cx="50419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Подписки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246" y="58667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Basic </a:t>
            </a:r>
            <a:r>
              <a:rPr dirty="0" err="1"/>
              <a:t>лидирует</a:t>
            </a:r>
            <a:r>
              <a:rPr dirty="0"/>
              <a:t>, Premium </a:t>
            </a:r>
            <a:r>
              <a:rPr dirty="0" err="1"/>
              <a:t>важен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19E74B-ECE8-055C-BE93-70D341EB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0" y="1130300"/>
            <a:ext cx="511810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География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773" y="5715000"/>
            <a:ext cx="33697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lang="ru-RU" dirty="0"/>
              <a:t>Лидируют США и Европа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2D89FD-3D9B-44A4-8723-A3B753C53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15" y="1283831"/>
            <a:ext cx="5041900" cy="40397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Рост пользователей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65" y="5550295"/>
            <a:ext cx="71398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lang="ru-RU" dirty="0"/>
              <a:t>Накопленная база пользователей демонстрирует резкий рост </a:t>
            </a:r>
          </a:p>
          <a:p>
            <a:r>
              <a:rPr lang="ru-RU" dirty="0"/>
              <a:t>в 2022 году, после чего темпы привлечения существенно замедляются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7C392F-49BE-0A17-59E6-A4811D8F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212850"/>
            <a:ext cx="7772400" cy="3947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Выручка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65" y="5494020"/>
            <a:ext cx="78513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lang="ru-RU" dirty="0"/>
              <a:t>Выручка демонстрирует рост в течение 2022 года с пиком в середине </a:t>
            </a:r>
          </a:p>
          <a:p>
            <a:r>
              <a:rPr lang="ru-RU" dirty="0"/>
              <a:t>периода, после чего происходит резкое снижение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1C8C52-97E4-C62E-4445-44E31A726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15" y="1188720"/>
            <a:ext cx="519430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Платежеспособность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ВСТАВЬ ГРАФИК (PNG)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9934" y="5669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Вывод</a:t>
            </a:r>
            <a:r>
              <a:rPr dirty="0"/>
              <a:t>: </a:t>
            </a:r>
            <a:r>
              <a:rPr dirty="0" err="1"/>
              <a:t>Сегмент</a:t>
            </a:r>
            <a:r>
              <a:rPr dirty="0"/>
              <a:t> 25–35 </a:t>
            </a:r>
            <a:r>
              <a:rPr dirty="0" err="1"/>
              <a:t>стабилен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69465F-90EA-1068-338A-98F085D2B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1231900"/>
            <a:ext cx="504190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"/>
          </a:xfrm>
          <a:prstGeom prst="rect">
            <a:avLst/>
          </a:prstGeom>
          <a:solidFill>
            <a:srgbClr val="E509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9A138-9F8F-F7B3-1BDB-008C555AC4B2}"/>
              </a:ext>
            </a:extLst>
          </p:cNvPr>
          <p:cNvSpPr txBox="1"/>
          <p:nvPr/>
        </p:nvSpPr>
        <p:spPr>
          <a:xfrm>
            <a:off x="2931090" y="296866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DDD95F2-A758-EE81-1921-9843EFE57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678" y="2201371"/>
            <a:ext cx="41187830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Основная аудитория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</a:rPr>
              <a:t>Netflix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 — пользователи 30–45 лет с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Наиболее популярный тариф — Basic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dirty="0"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Пользователи активно используют разные устройства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dirty="0"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Основные рынки — США и Европа.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Рост пользователей и выручки происходит стабильно, без резких скачков.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Для увеличения прибыли стоит фокусироваться на переводе пользователей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Courier New" panose="02070309020205020404" pitchFamily="49" charset="0"/>
              </a:rPr>
              <a:t>в более дорогие тарифы и развитии сегмента 25–35 лет.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ru-RU" dirty="0"/>
              <a:t>Спасибо за внимание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</Words>
  <Application>Microsoft Macintosh PowerPoint</Application>
  <PresentationFormat>Экран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Netflix User Analysis</vt:lpstr>
      <vt:lpstr>Цель</vt:lpstr>
      <vt:lpstr>Возраст</vt:lpstr>
      <vt:lpstr>Устройства</vt:lpstr>
      <vt:lpstr>Подписки</vt:lpstr>
      <vt:lpstr>География</vt:lpstr>
      <vt:lpstr>Рост пользователей</vt:lpstr>
      <vt:lpstr>Выручка</vt:lpstr>
      <vt:lpstr>Платежеспособность</vt:lpstr>
      <vt:lpstr>Выводы</vt:lpstr>
      <vt:lpstr>Спасибо за внимание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Никита Никита</cp:lastModifiedBy>
  <cp:revision>2</cp:revision>
  <dcterms:created xsi:type="dcterms:W3CDTF">2013-01-27T09:14:16Z</dcterms:created>
  <dcterms:modified xsi:type="dcterms:W3CDTF">2026-04-28T18:37:09Z</dcterms:modified>
  <cp:category/>
</cp:coreProperties>
</file>